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20B4-E11D-2E24-EEF3-E2C912F814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9C535-2785-6A20-3165-1BACFF939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213D5-9FD9-0DAF-A08B-22D3509A4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F74F-26B8-4F6E-A84E-3831F32CEC8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11A1D-FE17-8C90-EEDA-94F9F9F32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5DF40-84F4-F126-6311-9A200862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7ABC-CA61-4BF8-A880-B1FA686AA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689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BD2D2-3D99-C983-5FE2-4FD4C8607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F58D2-9CBB-0CAD-154D-5F6575C76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7739E-B154-0FBD-76FE-E7035DFAC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F74F-26B8-4F6E-A84E-3831F32CEC8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004A6-093B-1E1F-1CAF-07C69DAAE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C2BD4-CC30-D2C8-3440-2954240F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7ABC-CA61-4BF8-A880-B1FA686AA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427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24A74-ECD1-3EFB-38BD-B305FF196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CB011-A258-7391-1785-C7AA38A94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D51CC-91AE-DF7B-C48F-AF950B95F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F74F-26B8-4F6E-A84E-3831F32CEC8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45801-C9AC-A552-7A85-8082C2840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A11B0-A7A3-3373-90F8-1A7E22AE5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7ABC-CA61-4BF8-A880-B1FA686AA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81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AFC7C-5D25-3409-2BC8-74DCE4C12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027F6-413E-4C72-49C9-B741B3516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B2570C-A4D1-4390-871A-75E00E42C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08F5D-802C-3288-2A5A-0797F5CBC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F74F-26B8-4F6E-A84E-3831F32CEC8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8AEE5-8A08-D1E0-1015-29FCA45C0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30CBF-E7BC-7956-A220-FB2686EE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7ABC-CA61-4BF8-A880-B1FA686AA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984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E1976-B588-61BE-7659-94ED80CE8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AA5DE-BAD7-E5CA-6CE2-30D20C950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B6463-83ED-A9E9-AACE-C7319EE1B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BC5050-8309-01FB-A29A-3952D7C7C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F59E3-B588-39BE-A229-4B42B52697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66A7F1-2126-9BDF-392F-2E42FAC2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F74F-26B8-4F6E-A84E-3831F32CEC8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8DC4C-77DD-BFD9-D1C1-25A0B70BF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8DB2EC-B5EE-762E-A795-19BAF28B4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7ABC-CA61-4BF8-A880-B1FA686AA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77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BE811-D31E-C9D9-85AF-F18B01C87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DEA685-7E51-FBBA-35E9-7860EC793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F74F-26B8-4F6E-A84E-3831F32CEC8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7B4F4-8207-DF69-8A57-9C565EFB6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F8A2F3-B2FD-1E97-7714-5D0B5B59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7ABC-CA61-4BF8-A880-B1FA686AA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213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41A1B8-9A34-DADE-AAAD-7F181E3A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F74F-26B8-4F6E-A84E-3831F32CEC8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41E12-13E8-7699-2A98-6AF4CC99D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CEE84-BFC3-A709-8D7B-E7E23110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7ABC-CA61-4BF8-A880-B1FA686AA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195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56DF7-0B40-8B94-6CB2-3D510C631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47BAC-A87A-0BC1-3018-E6D80F5F9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41EA02-CE36-2A52-7516-3D50E9570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71560-61C0-E41B-1E47-776F11FE9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F74F-26B8-4F6E-A84E-3831F32CEC8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2A7C0-C2C6-8193-6962-3AA3CF48D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E8353-5D13-F707-2AFB-B5D821B9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7ABC-CA61-4BF8-A880-B1FA686AA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7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2F04F-47BC-F9DC-5337-3F9F62A2D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A63B9-D8B7-CB35-2B7C-3185D8539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81E9A-D6EB-E227-4067-9AAD6F21B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7621C-54E8-7098-7986-9C8BD1936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F74F-26B8-4F6E-A84E-3831F32CEC8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7F558-50D3-C9CA-84F5-5EBB1BEEE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63B14-D163-F321-1A0C-422CB6BC6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7ABC-CA61-4BF8-A880-B1FA686AA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394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0CD87-A9A3-3370-E63C-F0512F68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C59C0-2A30-FDC2-20C8-053AD4331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245FF-7C7E-398D-9454-1298A69F5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F74F-26B8-4F6E-A84E-3831F32CEC8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1DFBB-7AD9-DF6E-81D3-B059C01C4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95499-ECBD-EDD4-8061-A1B177B48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7ABC-CA61-4BF8-A880-B1FA686AA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497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D20837-238D-5C86-9D15-C320834AB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C7261-1B3B-0F5A-6C11-BD91B3020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84A50-48CF-2290-B3E6-DCDAFBF8C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F74F-26B8-4F6E-A84E-3831F32CEC8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0F709-A749-06C5-28B7-40EEDDD92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051CD-2C23-5B78-65BD-C285A4D7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7ABC-CA61-4BF8-A880-B1FA686AA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194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C53355-2E59-9024-D134-FE5139838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648B-6C1D-90E3-4BBA-C1B469E52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51409-01F4-4393-DE7F-1F192B49E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8F74F-26B8-4F6E-A84E-3831F32CEC8A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C249C-E120-5866-D2C4-37441B4F5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96626-D640-C83A-C8C6-CDE52FD05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B7ABC-CA61-4BF8-A880-B1FA686AA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360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AE9FA50-7107-FBBA-6484-9D58057CF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68" y="979174"/>
            <a:ext cx="10002568" cy="493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069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15B031-BDAF-73DD-122D-E582FB23B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24" y="1109132"/>
            <a:ext cx="11419243" cy="449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53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4E0390-2CA4-EA82-29DE-92FE9A8D6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780" y="872068"/>
            <a:ext cx="10326487" cy="509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657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54905A-5AD9-5F07-69AA-111D70584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4796"/>
            <a:ext cx="12192000" cy="450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462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F43540-688B-D797-4200-9B7003998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663" y="445255"/>
            <a:ext cx="6936674" cy="596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309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LIJO JOSEPH</dc:creator>
  <cp:lastModifiedBy>LIJO JOSEPH</cp:lastModifiedBy>
  <cp:revision>1</cp:revision>
  <dcterms:created xsi:type="dcterms:W3CDTF">2026-05-15T05:54:47Z</dcterms:created>
  <dcterms:modified xsi:type="dcterms:W3CDTF">2026-05-15T05:54:58Z</dcterms:modified>
</cp:coreProperties>
</file>